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作业7：统计套利之平稳性检验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D1D5DB"/>
                </a:solidFill>
                <a:latin typeface="Microsoft YaHei"/>
              </a:rPr>
              <a:t>CodeBuddy AI辅助编程版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87552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收盘价序列 vs 对数收益率序列的ADF单位根检验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21808"/>
            <a:ext cx="713232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Microsoft YaHei"/>
              </a:rPr>
              <a:t>学生：丁致宇    学号：202331060205</a:t>
            </a:r>
            <a:br/>
            <a:r>
              <a:rPr sz="1300" b="0">
                <a:solidFill>
                  <a:srgbClr val="D1D5DB"/>
                </a:solidFill>
                <a:latin typeface="Microsoft YaHei"/>
              </a:rPr>
              <a:t>课程：金融与经济数据挖掘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434840"/>
            <a:ext cx="146304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700" b="1">
                <a:solidFill>
                  <a:srgbClr val="D97706"/>
                </a:solidFill>
                <a:latin typeface="Microsoft YaHei"/>
              </a:rPr>
              <a:t>0/5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946904"/>
            <a:ext cx="14630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30" b="0">
                <a:solidFill>
                  <a:srgbClr val="475569"/>
                </a:solidFill>
                <a:latin typeface="Microsoft YaHei"/>
              </a:rPr>
              <a:t>价格平稳数量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4434840"/>
            <a:ext cx="155448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2700" b="1">
                <a:solidFill>
                  <a:srgbClr val="059669"/>
                </a:solidFill>
                <a:latin typeface="Microsoft YaHei"/>
              </a:rP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4946904"/>
            <a:ext cx="15544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30" b="0">
                <a:solidFill>
                  <a:srgbClr val="475569"/>
                </a:solidFill>
                <a:latin typeface="Microsoft YaHei"/>
              </a:rPr>
              <a:t>收益率平稳数量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五只股票统一使用2024年日度收盘价，分别检验价格和对数收益率。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32918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35024"/>
            <a:ext cx="296265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YaHei"/>
              </a:rPr>
              <a:t>标的股票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719072"/>
            <a:ext cx="296265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中国石油、贵州茅台、兴蓉环境、招商银行、工商银行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88720"/>
            <a:ext cx="32918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335024"/>
            <a:ext cx="296265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YaHei"/>
              </a:rPr>
              <a:t>检验对象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719072"/>
            <a:ext cx="296265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日度收盘价</a:t>
            </a:r>
            <a:br/>
            <a:r>
              <a:rPr sz="1080" b="0">
                <a:solidFill>
                  <a:srgbClr val="1F2937"/>
                </a:solidFill>
                <a:latin typeface="Microsoft YaHei"/>
              </a:rPr>
              <a:t>对数收益率 ln(Pt)-ln(Pt-1)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88720"/>
            <a:ext cx="306324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335024"/>
            <a:ext cx="273405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YaHei"/>
              </a:rPr>
              <a:t>ADF判定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719072"/>
            <a:ext cx="2734056" cy="9784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p值 &lt; 0.05 且 ADF统计量 &lt; 5%临界值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749039"/>
            <a:ext cx="49377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895344"/>
            <a:ext cx="460857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YaHei"/>
              </a:rPr>
              <a:t>核心理论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279392"/>
            <a:ext cx="4608576" cy="6126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价格水平变量常含随机游走和趋势，容易非平稳；收益率是一阶差分后的相对变化，更接近围绕零均值波动。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48006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895344"/>
            <a:ext cx="447141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YaHei"/>
              </a:rPr>
              <a:t>统计套利含义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279392"/>
            <a:ext cx="4471416" cy="6126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非平稳价格不能直接回归建模；若要使用价格，应先验证协整关系，否则优先使用收益率或平稳价差。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ADF检验结果汇总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p值和临界值共同决定平稳性结论。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6984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股票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价格p值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价格结论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收益率p值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收益率结论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兴蓉环境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0.3004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非平稳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平稳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招商银行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0.3345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非平稳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平稳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贵州茅台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0.1604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非平稳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平稳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工商银行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0.6427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非平稳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平稳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中国石油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0.2153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非平稳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Microsoft YaHei"/>
                        </a:rPr>
                        <a:t>平稳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892040"/>
            <a:ext cx="1014984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Microsoft YaHei"/>
              </a:rPr>
              <a:t>结论：收益率序列通常比价格序列更容易通过平稳性检验；若短样本价格通过检验，也只能说明该年度内呈现区间震荡，不代表长期价格平稳。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收盘价与收益率p值对比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红色虚线为0.05显著性阈值。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f_pval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39" y="1234440"/>
            <a:ext cx="923004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兴蓉环境时序图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上图为收盘价，下图为对数收益率。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00598.SZ_兴蓉环境_price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8" y="1234440"/>
            <a:ext cx="768728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招商银行时序图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上图为收盘价，下图为对数收益率。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00036.SH_招商银行_price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8" y="1234440"/>
            <a:ext cx="768728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贵州茅台时序图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上图为收盘价，下图为对数收益率。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00519.SH_贵州茅台_price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8" y="1234440"/>
            <a:ext cx="768728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工商银行时序图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上图为收盘价，下图为对数收益率。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01398.SH_工商银行_price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8" y="1234440"/>
            <a:ext cx="768728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中国石油时序图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上图为收盘价，下图为对数收益率。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01857.SH_中国石油_price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18" y="1234440"/>
            <a:ext cx="768728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Microsoft YaHei"/>
              </a:rPr>
              <a:t>理论思考题答案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Microsoft YaHei"/>
              </a:rPr>
              <a:t>平稳性是统计套利信号可检验、可回测、可风控的基础。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3832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289304"/>
            <a:ext cx="305409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YaHei"/>
              </a:rPr>
              <a:t>价格为何非平稳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3054096" cy="12070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价格持续吸收基本面、流动性和市场情绪信息，常带趋势或随机游走，均值方差不稳定。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143000"/>
            <a:ext cx="33832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289304"/>
            <a:ext cx="305409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YaHei"/>
              </a:rPr>
              <a:t>为何用收益率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3054096" cy="12070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收益率去除价格水平趋势，更适合估计均值、方差、相关性和风险，能减少伪回归。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143000"/>
            <a:ext cx="30632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89304"/>
            <a:ext cx="273405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YaHei"/>
              </a:rPr>
              <a:t>适合套利资产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673352"/>
            <a:ext cx="2734056" cy="120700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关系稳定、价差平稳、流动性好、交易成本低，并且基本面关系不易突然断裂。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77639"/>
            <a:ext cx="102870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123944"/>
            <a:ext cx="9957816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Microsoft YaHei"/>
              </a:rPr>
              <a:t>最终结论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507992"/>
            <a:ext cx="9957816" cy="429767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80" b="0">
                <a:solidFill>
                  <a:srgbClr val="1F2937"/>
                </a:solidFill>
                <a:latin typeface="Microsoft YaHei"/>
              </a:rPr>
              <a:t>收益率平稳性检验验证了金融时序建模的基本前提；作业8进一步使用价格协整检验寻找可交易的平稳价差。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